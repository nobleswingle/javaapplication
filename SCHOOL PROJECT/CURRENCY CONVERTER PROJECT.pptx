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1AF07F-CB83-437E-B4D2-CE1721EE36A3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8D85BA-0736-4552-A83B-93700FE181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28251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27820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5530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11764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7781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21808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78118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2490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67322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86736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1933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847458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191762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6869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80734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69060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607596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27950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8E16C702-6628-4EC3-BAC8-11C97B7EFE02}" type="datetimeFigureOut">
              <a:rPr lang="en-NG" smtClean="0"/>
              <a:t>12/01/2026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F5EA4C8-2C4E-4237-A8EB-61668AD84355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09332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noble.swingle14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65FB32-8A74-4F48-BD4D-6FA1E35D0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037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JAVA DEVELOPMENT PROJECT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D5AE-7FE9-4B43-9BC3-6129D8462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4325781"/>
            <a:ext cx="7543800" cy="365125"/>
          </a:xfrm>
        </p:spPr>
        <p:txBody>
          <a:bodyPr/>
          <a:lstStyle/>
          <a:p>
            <a:pPr algn="r"/>
            <a:r>
              <a:rPr lang="en-US" sz="3200" dirty="0">
                <a:solidFill>
                  <a:srgbClr val="FF0000"/>
                </a:solidFill>
                <a:latin typeface="Arial Black" panose="020B0A04020102020204" pitchFamily="34" charset="0"/>
              </a:rPr>
              <a:t>SWINGLE NOBLE</a:t>
            </a:r>
            <a:endParaRPr lang="en-NG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7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70C0D-0E4E-48C8-8494-6FAE698F1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PROJECT VISION 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220F2-8D33-4322-8E62-B42209156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OBJECTIVE: Create a lightweight, efficient tool for global currency exchange calculation</a:t>
            </a:r>
          </a:p>
          <a:p>
            <a:r>
              <a:rPr lang="en-US" dirty="0">
                <a:latin typeface="Comic Sans MS" panose="030F0702030302020204" pitchFamily="66" charset="0"/>
              </a:rPr>
              <a:t>PROBLEM SOLVED: Simplifies the manual math required to convert USD into localized currencies like our own currency NGN (Nigerian Naira)</a:t>
            </a:r>
          </a:p>
          <a:p>
            <a:r>
              <a:rPr lang="en-US" dirty="0">
                <a:latin typeface="Comic Sans MS" panose="030F0702030302020204" pitchFamily="66" charset="0"/>
              </a:rPr>
              <a:t>USER BASE: Travelers, international students, and developers learning java logic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63971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88EF-6A13-4474-9DEE-F8D74836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APPLICATION FLOW(HOW IT WORKS)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15D25-E176-4D82-8B12-460194F14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Step 1: Input: User enter the amount in USD using the </a:t>
            </a:r>
            <a:r>
              <a:rPr lang="en-US" dirty="0">
                <a:highlight>
                  <a:srgbClr val="808080"/>
                </a:highlight>
                <a:latin typeface="Comic Sans MS" panose="030F0702030302020204" pitchFamily="66" charset="0"/>
              </a:rPr>
              <a:t>Scanner</a:t>
            </a:r>
            <a:r>
              <a:rPr lang="en-US" dirty="0">
                <a:latin typeface="Comic Sans MS" panose="030F0702030302020204" pitchFamily="66" charset="0"/>
              </a:rPr>
              <a:t> class</a:t>
            </a:r>
          </a:p>
          <a:p>
            <a:r>
              <a:rPr lang="en-US" dirty="0">
                <a:latin typeface="Comic Sans MS" panose="030F0702030302020204" pitchFamily="66" charset="0"/>
              </a:rPr>
              <a:t>Step 2: Selection: User chooses a target currency from the numbered menu</a:t>
            </a:r>
          </a:p>
          <a:p>
            <a:r>
              <a:rPr lang="en-US" dirty="0">
                <a:latin typeface="Comic Sans MS" panose="030F0702030302020204" pitchFamily="66" charset="0"/>
              </a:rPr>
              <a:t>Step 3: Processing: The system applies a specific exchange rate constant</a:t>
            </a:r>
          </a:p>
          <a:p>
            <a:r>
              <a:rPr lang="en-US" dirty="0">
                <a:latin typeface="Comic Sans MS" panose="030F0702030302020204" pitchFamily="66" charset="0"/>
              </a:rPr>
              <a:t>Step 4: Display: The result is formatted and shown to the user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0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143934-8421-47A1-A983-DAAEE8DF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TECH STACK &amp; TOOLS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0EB10-94D3-4628-AD30-C633424B6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Language: Java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Comic Sans MS" panose="030F0702030302020204" pitchFamily="66" charset="0"/>
              </a:rPr>
              <a:t>Core concepts: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Variables: </a:t>
            </a:r>
            <a:r>
              <a:rPr lang="en-US" dirty="0">
                <a:highlight>
                  <a:srgbClr val="808080"/>
                </a:highlight>
                <a:latin typeface="Comic Sans MS" panose="030F0702030302020204" pitchFamily="66" charset="0"/>
              </a:rPr>
              <a:t>double</a:t>
            </a:r>
            <a:r>
              <a:rPr lang="en-US" dirty="0">
                <a:latin typeface="Comic Sans MS" panose="030F0702030302020204" pitchFamily="66" charset="0"/>
              </a:rPr>
              <a:t> for high-precision currency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Input Handling: </a:t>
            </a:r>
            <a:r>
              <a:rPr lang="en-US" dirty="0" err="1">
                <a:highlight>
                  <a:srgbClr val="808080"/>
                </a:highlight>
                <a:latin typeface="Comic Sans MS" panose="030F0702030302020204" pitchFamily="66" charset="0"/>
              </a:rPr>
              <a:t>java.util.Scanner</a:t>
            </a:r>
            <a:endParaRPr lang="en-US" dirty="0">
              <a:highlight>
                <a:srgbClr val="808080"/>
              </a:highlight>
              <a:latin typeface="Comic Sans MS" panose="030F0702030302020204" pitchFamily="66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Control Flow: Switch-Case statements for menu navigation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omic Sans MS" panose="030F0702030302020204" pitchFamily="66" charset="0"/>
              </a:rPr>
              <a:t>Formatting: </a:t>
            </a:r>
            <a:r>
              <a:rPr lang="en-US" dirty="0" err="1">
                <a:highlight>
                  <a:srgbClr val="808080"/>
                </a:highlight>
                <a:latin typeface="Comic Sans MS" panose="030F0702030302020204" pitchFamily="66" charset="0"/>
              </a:rPr>
              <a:t>printf</a:t>
            </a:r>
            <a:r>
              <a:rPr lang="en-US" dirty="0">
                <a:latin typeface="Comic Sans MS" panose="030F0702030302020204" pitchFamily="66" charset="0"/>
              </a:rPr>
              <a:t> for 2-decimal place accuracy</a:t>
            </a:r>
          </a:p>
        </p:txBody>
      </p:sp>
    </p:spTree>
    <p:extLst>
      <p:ext uri="{BB962C8B-B14F-4D97-AF65-F5344CB8AC3E}">
        <p14:creationId xmlns:p14="http://schemas.microsoft.com/office/powerpoint/2010/main" val="18967172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84BE-2781-45FD-B94B-00BEA18A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FEATURE SPOTLIGHT: USD to NGN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C0AA-0BB3-4698-A283-C434A8EB7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Implementation: Specifically programmed to handle the Naira conversion</a:t>
            </a:r>
          </a:p>
          <a:p>
            <a:r>
              <a:rPr lang="en-US" dirty="0">
                <a:latin typeface="Comic Sans MS" panose="030F0702030302020204" pitchFamily="66" charset="0"/>
              </a:rPr>
              <a:t>The Math: </a:t>
            </a:r>
            <a:r>
              <a:rPr lang="en-US" dirty="0">
                <a:highlight>
                  <a:srgbClr val="808080"/>
                </a:highlight>
                <a:latin typeface="Comic Sans MS" panose="030F0702030302020204" pitchFamily="66" charset="0"/>
              </a:rPr>
              <a:t>Amount * 1650.00</a:t>
            </a:r>
            <a:r>
              <a:rPr lang="en-US" dirty="0">
                <a:latin typeface="Comic Sans MS" panose="030F0702030302020204" pitchFamily="66" charset="0"/>
              </a:rPr>
              <a:t> (Current Market Rate)</a:t>
            </a:r>
          </a:p>
          <a:p>
            <a:r>
              <a:rPr lang="en-US" dirty="0">
                <a:latin typeface="Comic Sans MS" panose="030F0702030302020204" pitchFamily="66" charset="0"/>
              </a:rPr>
              <a:t>Significance: Demonstrates how to adapt software for local markets and specific economic regions.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2720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8AFC-6B3E-4B83-88B1-BEA76D29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CODE SNIPPET (LOGIC PREVIEW)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D6F5B8-FDA0-406B-8399-B96F182778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Benefit: Shows the “Case” logic which makes the app easy to expand with new currencies in the future</a:t>
            </a:r>
            <a:endParaRPr lang="en-NG" dirty="0">
              <a:latin typeface="Comic Sans MS" panose="030F0702030302020204" pitchFamily="66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35836F-1D74-402C-B946-7F00022DE8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2717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0700AA-C9F0-4E2B-AEFE-7FB96A84A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CHALLENGES &amp; SOLUTIONS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27B668-0040-4D26-9446-7536E4249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Challenges: Handling incorrect user input (e.g., typing a letter instead of a number).</a:t>
            </a:r>
          </a:p>
          <a:p>
            <a:r>
              <a:rPr lang="en-US" dirty="0">
                <a:latin typeface="Comic Sans MS" panose="030F0702030302020204" pitchFamily="66" charset="0"/>
              </a:rPr>
              <a:t>Solution: Using basic validation and the </a:t>
            </a:r>
            <a:r>
              <a:rPr lang="en-US" dirty="0">
                <a:highlight>
                  <a:srgbClr val="808080"/>
                </a:highlight>
                <a:latin typeface="Comic Sans MS" panose="030F0702030302020204" pitchFamily="66" charset="0"/>
              </a:rPr>
              <a:t>default</a:t>
            </a:r>
            <a:r>
              <a:rPr lang="en-US" dirty="0">
                <a:latin typeface="Comic Sans MS" panose="030F0702030302020204" pitchFamily="66" charset="0"/>
              </a:rPr>
              <a:t> case in the switch statement</a:t>
            </a:r>
          </a:p>
          <a:p>
            <a:r>
              <a:rPr lang="en-US" dirty="0">
                <a:latin typeface="Comic Sans MS" panose="030F0702030302020204" pitchFamily="66" charset="0"/>
              </a:rPr>
              <a:t>Challenges: Large decimal numbers (e.g., 100.55555)</a:t>
            </a:r>
          </a:p>
          <a:p>
            <a:r>
              <a:rPr lang="en-US" dirty="0">
                <a:latin typeface="Comic Sans MS" panose="030F0702030302020204" pitchFamily="66" charset="0"/>
              </a:rPr>
              <a:t>Solution: Using </a:t>
            </a:r>
            <a:r>
              <a:rPr lang="en-US" dirty="0">
                <a:highlight>
                  <a:srgbClr val="808080"/>
                </a:highlight>
                <a:latin typeface="Comic Sans MS" panose="030F0702030302020204" pitchFamily="66" charset="0"/>
              </a:rPr>
              <a:t>%.2f </a:t>
            </a:r>
            <a:r>
              <a:rPr lang="en-US" dirty="0">
                <a:latin typeface="Comic Sans MS" panose="030F0702030302020204" pitchFamily="66" charset="0"/>
              </a:rPr>
              <a:t>to round to the nearest cent/kobo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16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C6E9F-E1F8-4314-8368-46A5FA38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FUTURE ROADMAP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BA41-B32C-4169-83D6-5897A290E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Phase 2: Integrate a Live API (fetch rates from the internet in real-time)</a:t>
            </a:r>
          </a:p>
          <a:p>
            <a:r>
              <a:rPr lang="en-US" dirty="0">
                <a:latin typeface="Comic Sans MS" panose="030F0702030302020204" pitchFamily="66" charset="0"/>
              </a:rPr>
              <a:t>Phase 3: Build a Graphical User Interface (GUI) with buttons and flags</a:t>
            </a:r>
          </a:p>
          <a:p>
            <a:r>
              <a:rPr lang="en-US" dirty="0">
                <a:latin typeface="Comic Sans MS" panose="030F0702030302020204" pitchFamily="66" charset="0"/>
              </a:rPr>
              <a:t>Phase 4: Mobile App conversion using Android studio (Java)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96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AD12-B869-489F-A599-8272C025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CONCLUSION</a:t>
            </a:r>
            <a:endParaRPr lang="en-N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43D7-EE39-4DE2-9145-DDA15BBD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Takeaway: Even simple logic can solve significant real-world problems</a:t>
            </a:r>
          </a:p>
          <a:p>
            <a:r>
              <a:rPr lang="en-US" dirty="0">
                <a:latin typeface="Comic Sans MS" panose="030F0702030302020204" pitchFamily="66" charset="0"/>
              </a:rPr>
              <a:t>Info: </a:t>
            </a:r>
            <a:r>
              <a:rPr lang="en-US" dirty="0">
                <a:latin typeface="Comic Sans MS" panose="030F0702030302020204" pitchFamily="66" charset="0"/>
                <a:hlinkClick r:id="rId2"/>
              </a:rPr>
              <a:t>noble.swingle14@gmail.com</a:t>
            </a:r>
            <a:r>
              <a:rPr lang="en-US" dirty="0">
                <a:latin typeface="Comic Sans MS" panose="030F0702030302020204" pitchFamily="66" charset="0"/>
              </a:rPr>
              <a:t> &amp; GITHUB ACCOUNT: </a:t>
            </a:r>
            <a:r>
              <a:rPr lang="en-US">
                <a:latin typeface="Comic Sans MS" panose="030F0702030302020204" pitchFamily="66" charset="0"/>
              </a:rPr>
              <a:t>TheCodingNoble</a:t>
            </a:r>
            <a:endParaRPr lang="en-NG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23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51</TotalTime>
  <Words>358</Words>
  <Application>Microsoft Office PowerPoint</Application>
  <PresentationFormat>Widescreen</PresentationFormat>
  <Paragraphs>36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Arial Black</vt:lpstr>
      <vt:lpstr>Calibri</vt:lpstr>
      <vt:lpstr>Century Gothic</vt:lpstr>
      <vt:lpstr>Comic Sans MS</vt:lpstr>
      <vt:lpstr>Wingdings</vt:lpstr>
      <vt:lpstr>Mesh</vt:lpstr>
      <vt:lpstr>JAVA DEVELOPMENT PROJECT</vt:lpstr>
      <vt:lpstr>PROJECT VISION </vt:lpstr>
      <vt:lpstr>APPLICATION FLOW(HOW IT WORKS)</vt:lpstr>
      <vt:lpstr>TECH STACK &amp; TOOLS</vt:lpstr>
      <vt:lpstr>FEATURE SPOTLIGHT: USD to NGN</vt:lpstr>
      <vt:lpstr>CODE SNIPPET (LOGIC PREVIEW)</vt:lpstr>
      <vt:lpstr>CHALLENGES &amp; SOLUTIONS</vt:lpstr>
      <vt:lpstr>FUTURE ROADMAP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DEVELOPMENT PROJECT</dc:title>
  <dc:creator>Noble Swingle</dc:creator>
  <cp:lastModifiedBy>Noble Swingle</cp:lastModifiedBy>
  <cp:revision>2</cp:revision>
  <dcterms:created xsi:type="dcterms:W3CDTF">2026-01-11T19:37:16Z</dcterms:created>
  <dcterms:modified xsi:type="dcterms:W3CDTF">2026-01-12T05:07:48Z</dcterms:modified>
</cp:coreProperties>
</file>